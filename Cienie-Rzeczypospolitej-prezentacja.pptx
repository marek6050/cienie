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Tragedia Górnośląska: w 1945 roku dziesiątki tysięcy mieszkańców Górnego Śląska wywieziono do pracy przymusowej w ZSRR. Przez dziesięciolecia temat był w Polsce przemilczany. Zbudowaliśmy platformę, która opowiada tę historię tak, że uczeń w niej uczestniczy, a nie tylko jej słucha.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Kluczowa obserwacja: to nie jest problem braku wiedzy historycznej, tylko braku narzędzia. Materiał źródłowy istnieje — nie istnieje forma, w której piętnastolatek zechce go przyjąć.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Trzy filary. Pierwszy odpowiada za zaangażowanie, drugi za rzetelność, trzeci za to, że rozwiązanie skaluje się poza jeden temat.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nasz główny wyróżnik wobec gier edukacyjnych. Nie twierdzimy, że wszystko w grze wydarzyło się dokładnie tak — mówimy uczniowi, które zdanie jest czym.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nie jest prototyp ani makieta — scenariusz da się przejść od początku do końca. Fotografie archiwalne pochodzą z materiałów zebranych w trakcie kwerendy.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Baza: pięć tabel — użytkownicy, kursy, tematy, zapisy, postępy. Całość stawia się dwoma poleceniami, bez konfiguracji po stronie szkoły.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Ostatnie zdanie jest ważne: świadomie zrezygnowaliśmy z mechanik nagradzających, bo grywalizacja tematu deportacji byłaby w złym guście.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jest realna ścieżka rozwoju poza konkursem: ten sam silnik pod powstania śląskie, pod historię lokalną dowolnej gminy, pod zbiory konkretnego muzeum.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Mówimy wprost, czego jeszcze nie ma. Zapis postępu z gry do bazy to najbliższy krok — panel już umie te dane pokazać, brakuje endpointu, który je zapisze.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UZUPEŁNIĆ PRZED PREZENTACJĄ: adres e-mail albo inny kanał kontaktu do zespołu. Celowo nie wpisaliśmy zmyślonego adresu.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velopment-cisza-raszowa\6972911c-78ea-43fc-a2b4-6a6e273ba5d3\scratchpad\deck\img\pomni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E14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291840"/>
            <a:ext cx="12188952" cy="3566160"/>
          </a:xfrm>
          <a:prstGeom prst="rect">
            <a:avLst/>
          </a:prstGeom>
          <a:solidFill>
            <a:srgbClr val="0C0E14">
              <a:alpha val="8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CIENIE RZECZYPOSPOLITEJ   ·   DOK. 01 / 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9601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Historia, w której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uczeń musi wybrać.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25780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interaktywnych opowieści historycznych dla szkół i muzeów.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produkcja opowiada o Tragedii Górnośląskiej — deportacjach mieszkańców Górnego Śląska do ZSRR w 1945 roku.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144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Zespół Szkół Technicznych i Ogólnokształcących w Kędzierzynie-Koźlu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§01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Wydarzyło się — i wypadło z pamięci.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0604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Luty 1945. Państwowy Komitet Obrony ZSRR nakazuje internowanie zdolnych do pracy osób w wieku od 17 do 50 lat. Z Górnego Śląska ruszają transporty na wschód.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następne dziesięciolecia nie wolno było o tym mówić. Temat nie wszedł do podręczników, nie ma go w kanonie lekcji, a świadków jest coraz mniej.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Nauczyciel, który chce to opowiedzieć, zostaje sam: z wykładem, kserówką i — w najlepszym razie — filmem na YouTubie.</a:t>
            </a:r>
            <a:endParaRPr lang="en-US" sz="1500" dirty="0"/>
          </a:p>
        </p:txBody>
      </p:sp>
      <p:pic>
        <p:nvPicPr>
          <p:cNvPr id="5" name="Image 0" descr="C:\Users\User\AppData\Local\Temp\claude\C--Users-User-Documents-Development-cisza-raszowa\6972911c-78ea-43fc-a2b4-6a6e273ba5d3\scratchpad\deck\img\deportacj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298448"/>
            <a:ext cx="4416552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86600" y="452628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Teren obozu zbiorczego. Fotografia z materiałów projektu.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§02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817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opowiadamy o historii. Stawiamy w niej ucznia.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3429000" cy="2606040"/>
          </a:xfrm>
          <a:prstGeom prst="rect">
            <a:avLst/>
          </a:prstGeom>
          <a:solidFill>
            <a:srgbClr val="12151F"/>
          </a:solidFill>
          <a:ln w="9525">
            <a:solidFill>
              <a:srgbClr val="33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9077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10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Opowieść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0390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idzie przez zimę 1945 roku z perspektywy jednej osoby. Na drodze klęczy kobieta z dzieckiem, za plecami słychać transport. Trzeba zdecydować.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2697480"/>
            <a:ext cx="3429000" cy="2606040"/>
          </a:xfrm>
          <a:prstGeom prst="rect">
            <a:avLst/>
          </a:prstGeom>
          <a:solidFill>
            <a:srgbClr val="12151F"/>
          </a:solidFill>
          <a:ln w="9525">
            <a:solidFill>
              <a:srgbClr val="33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29077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3310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80390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zdanie ma jeden z trzech stopni pewności i uczeń widzi który. Fakt z dokumentu, rekonstrukcja, dramatyzacja — nigdy wymieszane.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2697480"/>
            <a:ext cx="3429000" cy="2606040"/>
          </a:xfrm>
          <a:prstGeom prst="rect">
            <a:avLst/>
          </a:prstGeom>
          <a:solidFill>
            <a:srgbClr val="12151F"/>
          </a:solidFill>
          <a:ln w="9525">
            <a:solidFill>
              <a:srgbClr val="33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0184" y="29077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3310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Kreator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380390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 to zestaw pól: tło, postać, dźwięk, kwestia, skutki wyborów. Podmiana pól daje inną scenę — a po kilkudziesięciu inną grę o innym wydarzeniu.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ROZWIĄZANIE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 ma uczyć historii,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wrażenia z niej.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004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ryzyko takiego projektu to opowiedzieć sugestywnie rzecz, której nie da się obronić. Dlatego status źródła jest częścią interfejsu, a nie przypisem na końcu: uczeń w każdej chwili widzi, czy czyta dokument, rekonstrukcję czy scenę dopisaną przez nas.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03720" y="1170432"/>
            <a:ext cx="4599432" cy="4645152"/>
          </a:xfrm>
          <a:prstGeom prst="rect">
            <a:avLst/>
          </a:prstGeom>
          <a:solidFill>
            <a:srgbClr val="DED8C9"/>
          </a:solidFill>
          <a:ln/>
          <a:effectLst>
            <a:outerShdw sx="100000" sy="100000" kx="0" ky="0" algn="bl" rotWithShape="0" blurRad="279400" dist="76200" dir="54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46920" y="960120"/>
            <a:ext cx="1691640" cy="329184"/>
          </a:xfrm>
          <a:prstGeom prst="rect">
            <a:avLst/>
          </a:prstGeom>
          <a:solidFill>
            <a:srgbClr val="DED8C9"/>
          </a:solidFill>
          <a:ln w="19050">
            <a:solidFill>
              <a:srgbClr val="A814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6920" y="960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MATERIAŁ ŹRÓDŁOWY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600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ŹRÓDŁA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POTWIERDZONE ŹRÓDŁEM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27685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Rozkaz Państwowego Komitetu Obrony ZSRR z lutego 1945 o internowaniu osób w wieku 17–50 lat zdolnych do pracy.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4F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REKONSTRUKCJA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33558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F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Trasa transportu i rozkład obozu zbiorczego, złożone z relacji świadków i opracowań.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4F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DRAMATYZACJA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4348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F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Dialogi i postacie. Zawsze oznaczone w grze, nigdy podane jako cytat z dokumentu.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5340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F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 noty źródłowej z „Ciszy nad Raszową” · treść w streszczeniu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RZETELNOŚĆ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§04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„Cisza nad Raszową” — gotowa, grywalna produkcja.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87168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i dziewięć scen fabularnych z wyborami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czasu w czterech wątkach: wydarzenia, ucieczki, losy indywidualne, statystyki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mapa regionu z obsługą dotykową (Unity WebGL)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Dwie minigry, w tym porównanie miejsc wtedy i dziś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podsumowanie przejścia i słowniczek pojęć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Wskaźnik moralny reagujący na decyzje gracza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i angielski</a:t>
            </a:r>
            <a:endParaRPr lang="en-US" sz="1350" dirty="0"/>
          </a:p>
        </p:txBody>
      </p:sp>
      <p:pic>
        <p:nvPicPr>
          <p:cNvPr id="5" name="Image 0" descr="C:\Users\User\AppData\Local\Temp\claude\C--Users-User-Documents-Development-cisza-raszowa\6972911c-78ea-43fc-a2b4-6a6e273ba5d3\scratchpad\deck\img\wted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874520"/>
            <a:ext cx="2194560" cy="1417320"/>
          </a:xfrm>
          <a:prstGeom prst="rect">
            <a:avLst/>
          </a:prstGeom>
        </p:spPr>
      </p:pic>
      <p:pic>
        <p:nvPicPr>
          <p:cNvPr id="6" name="Image 1" descr="C:\Users\User\AppData\Local\Temp\claude\C--Users-User-Documents-Development-cisza-raszowa\6972911c-78ea-43fc-a2b4-6a6e273ba5d3\scratchpad\deck\img\dzi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81160" y="1874520"/>
            <a:ext cx="2194560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49440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1945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9281160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DZIŚ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376732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Minigra porównawcza: uczeń przesuwa suwak między fotografią archiwalną a tym samym miejscem dzisiaj. Historia przestaje być gdzieś indziej.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ZBUDOWALIŚMY · GRA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§05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Platforma: konta, kursy, tematy, postępy.</a:t>
            </a:r>
            <a:endParaRPr lang="en-US" sz="3000" dirty="0"/>
          </a:p>
        </p:txBody>
      </p:sp>
      <p:pic>
        <p:nvPicPr>
          <p:cNvPr id="4" name="Image 0" descr="C:\Users\User\AppData\Local\Temp\claude\C--Users-User-Documents-Development-cisza-raszowa\6972911c-78ea-43fc-a2b4-6a6e273ba5d3\scratchpad\deck\img\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2240280"/>
            <a:ext cx="5513832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Logowanie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5877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role: uczeń, nauczyciel, superadmin. Sesja podpisana, dostęp pilnowany dwukrotnie.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72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tematu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widzi tematy przypisane mu przez nauczyciela, z własnym postępem.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Postępy klasy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325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 po lekcji widzi, kto ile scen przeszedł i jaki ma wynik quizu.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910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superadmina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1937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Kursy, tematy z przełącznikiem widoczności, lista wszystkich kont.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ZBUDOWALIŚMY · PLATFORMA   ·   NEXT.JS 16  ·  MYSQL 8.4  ·  DOCKER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§06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817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rzeczy, które odróżniają to od filmu na lekcji.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633472"/>
            <a:ext cx="384048" cy="384048"/>
          </a:xfrm>
          <a:prstGeom prst="ellipse">
            <a:avLst/>
          </a:prstGeom>
          <a:solidFill>
            <a:srgbClr val="12151F"/>
          </a:solidFill>
          <a:ln w="12700">
            <a:solidFill>
              <a:srgbClr val="A24B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2606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990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 jest pocięty tak, żeby przejść kawałek i wrócić na następnych zajęciach. Nauczyciel nie przygotowuje materiałów.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633472"/>
            <a:ext cx="384048" cy="384048"/>
          </a:xfrm>
          <a:prstGeom prst="ellipse">
            <a:avLst/>
          </a:prstGeom>
          <a:solidFill>
            <a:srgbClr val="12151F"/>
          </a:solidFill>
          <a:ln w="12700">
            <a:solidFill>
              <a:srgbClr val="A24B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606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990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to główny przypadek użycia, nie wersja mobilna zrobiona po fakcie. Nic nie wymaga instalacji.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233672"/>
            <a:ext cx="384048" cy="384048"/>
          </a:xfrm>
          <a:prstGeom prst="ellipse">
            <a:avLst/>
          </a:prstGeom>
          <a:solidFill>
            <a:srgbClr val="12151F"/>
          </a:solidFill>
          <a:ln w="12700">
            <a:solidFill>
              <a:srgbClr val="A24B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4206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ma skutki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5902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Decyzje prowadzą do innych scen i zmieniają wskaźnik moralny. Rozmowa po lekcji zaczyna się od „a ja zrobiłem inaczej”.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233672"/>
            <a:ext cx="384048" cy="384048"/>
          </a:xfrm>
          <a:prstGeom prst="ellipse">
            <a:avLst/>
          </a:prstGeom>
          <a:solidFill>
            <a:srgbClr val="12151F"/>
          </a:solidFill>
          <a:ln w="12700">
            <a:solidFill>
              <a:srgbClr val="A24B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4206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 widoczne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45902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wie, co jest dokumentem, a co naszą rekonstrukcją. To jedyny sposób, żeby gra uczyła historii.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70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tu nie ma i czego nie obiecujemy: rankingów, punktów za szybkość ani odznak. Temat na to nie pozwala.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§07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sama maszyna, inna historia.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505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nie jest przywiązany do Górnego Śląska. Scena to zestaw pól — kto potrafi napisać scenariusz lekcji, potrafi zbudować scenę. My dokładamy kwerendę, grafikę i silnik.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401568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754880"/>
                <a:gridCol w="34107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150" kern="0" dirty="0">
                          <a:solidFill>
                            <a:srgbClr val="7C82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ODBIORCA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150" kern="0" dirty="0">
                          <a:solidFill>
                            <a:srgbClr val="7C82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 DOSTAJE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150" kern="0" dirty="0">
                          <a:solidFill>
                            <a:srgbClr val="7C82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CZEGO POTRZEBUJE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Szkoła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Konta dla klas, kurs z przypisanymi tematami, podgląd postępów uczniów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C8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Przeglądarka i telefony uczniów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Muzeum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Opowieść zbudowana wokół własnych zbiorów, do sali edukacyjnej i do domu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C8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Materiał źródłowy i konsultacja merytoryczna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Instytucja pamięci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sam silnik pod inne wydarzenie — sceny, oś czasu, mapa, słowniczek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C8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Scenariusz albo kwerenda po naszej stronie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27000" marB="127000" anchor="t">
                    <a:lnL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E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61447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SKALOWANIE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43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§08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 realizacji.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 fabularnych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77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i dziewięć scen z wyborami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447288" y="2514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wątki osi czasu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3877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wydarzenia, ucieczki, losy, statystyki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08776" y="2514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w panelu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3877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uczeń, nauczyciel, superadmin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70264" y="2514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970264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języki interfejsu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70264" y="3877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i angielski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828032"/>
            <a:ext cx="10817352" cy="1170432"/>
          </a:xfrm>
          <a:prstGeom prst="rect">
            <a:avLst/>
          </a:prstGeom>
          <a:solidFill>
            <a:srgbClr val="12151F"/>
          </a:solidFill>
          <a:ln w="9525">
            <a:solidFill>
              <a:srgbClr val="33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029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DALEJ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34009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postępu prosto z gry do bazy · zakładanie kont przez nauczyciela · drugi scenariusz („Rozkaz i transporty”) · pilotaż na żywej lekcji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velopment-cisza-raszowa\6972911c-78ea-43fc-a2b4-6a6e273ba5d3\scratchpad\deck\img\dworz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E14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85800" y="2148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Dziękujemy.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127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Cienie Rzeczypospolitej — platforma interaktywnych opowieści historycznych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7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ZESPÓŁ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Michał Kałamaga · Marek Garbacz · Marcin Kacperczyk · Jakub Witnik · Łukasz Gucwiński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681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Szkół Technicznych i Ogólnokształcących w Kędzierzynie-Koźlu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144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Dworzec w Kędzierzynie — jedno z miejsc, z których odchodziły transporty.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Cienie Rzeczypospolitej</dc:title>
  <dc:subject>PptxGenJS Presentation</dc:subject>
  <dc:creator>Zespół Szkół Technicznych i Ogólnokształcących w Kędzierzynie-Koźlu</dc:creator>
  <cp:lastModifiedBy>Zespół Szkół Technicznych i Ogólnokształcących w Kędzierzynie-Koźlu</cp:lastModifiedBy>
  <cp:revision>1</cp:revision>
  <dcterms:created xsi:type="dcterms:W3CDTF">2026-09-15T16:14:22Z</dcterms:created>
  <dcterms:modified xsi:type="dcterms:W3CDTF">2026-09-15T16:14:22Z</dcterms:modified>
</cp:coreProperties>
</file>