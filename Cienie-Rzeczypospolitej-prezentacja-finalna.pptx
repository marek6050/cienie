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Mówi: Marek</a:t>
            </a:r>
          </a:p>
          <a:p>
            <a:r>
              <a:t>Czas: 0:00–0:12</a:t>
            </a:r>
          </a:p>
          <a:p>
            <a:r>
              <a:t>Kryterium: Prezentacja i zespół, pierwsze wrażenie</a:t>
            </a:r>
          </a:p>
          <a:p/>
          <a:p>
            <a:r>
              <a:t>- Pytanie do sali: kto pamięta lekcję historii sprzed tygodnia?</a:t>
            </a:r>
          </a:p>
          <a:p>
            <a:r>
              <a:t>- Hasło: „Lekcja historii nie musi być nudna.” To ma zostać w głowie jury.</a:t>
            </a:r>
          </a:p>
          <a:p>
            <a:r>
              <a:t>- Jedno zdanie: Cienie Rzeczypospolitej to platforma interaktywnych lekcji historii.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Mówi: Marek (przedstawia wszystkich)</a:t>
            </a:r>
          </a:p>
          <a:p>
            <a:r>
              <a:t>Czas: 0:12–0:24</a:t>
            </a:r>
          </a:p>
          <a:p>
            <a:r>
              <a:t>Kryterium: Prezentacja i praca zespołowa</a:t>
            </a:r>
          </a:p>
          <a:p/>
          <a:p>
            <a:r>
              <a:t>- Cały zespół stoi na scenie. Każdy i jego rola jednym zdaniem.</a:t>
            </a:r>
          </a:p>
          <a:p>
            <a:r>
              <a:t>- Ustalcie, kto trzyma który mikrofon (są 2–3).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Mówi: Łukasz</a:t>
            </a:r>
          </a:p>
          <a:p>
            <a:r>
              <a:t>Czas: 0:24–0:38</a:t>
            </a:r>
          </a:p>
          <a:p>
            <a:r>
              <a:t>Kryterium: Wpływ społeczny</a:t>
            </a:r>
          </a:p>
          <a:p/>
          <a:p>
            <a:r>
              <a:t>- Trzy problemy: brak wiedzy o lokalnej historii, nudna forma, długie przygotowanie nauczyciela.</a:t>
            </a:r>
          </a:p>
          <a:p>
            <a:r>
              <a:t>- Zapowiedz liczbę 53,4%: wróci na slajdzie z danymi.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Mówi: Marcin</a:t>
            </a:r>
          </a:p>
          <a:p>
            <a:r>
              <a:t>Czas: 0:38–0:55</a:t>
            </a:r>
          </a:p>
          <a:p>
            <a:r>
              <a:t>Kryterium: Wpływ społeczny, jasny beneficjent</a:t>
            </a:r>
          </a:p>
          <a:p/>
          <a:p>
            <a:r>
              <a:t>- Trzy perspektywy: nauczyciel (kluczowy odbiorca), uczeń (użytkownik), muzeum (partner treści).</a:t>
            </a:r>
          </a:p>
          <a:p>
            <a:r>
              <a:t>- Zakończ zdaniem ze slajdu: narzędzie, doświadczenie, nowy sposób opowiadania.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Mówi: Łukasz</a:t>
            </a:r>
          </a:p>
          <a:p>
            <a:r>
              <a:t>Czas: 0:55–1:08</a:t>
            </a:r>
          </a:p>
          <a:p>
            <a:r>
              <a:t>Kryterium: Innowacyjność, wpływ społeczny (research i źródła)</a:t>
            </a:r>
          </a:p>
          <a:p/>
          <a:p>
            <a:r>
              <a:t>- Cel główny: z biernego odbierania na aktywne uczestniczenie.</a:t>
            </a:r>
          </a:p>
          <a:p>
            <a:r>
              <a:t>- Wymień cztery cele szczegółowe jednym tchem, bez czytania.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Mówi: Michał</a:t>
            </a:r>
          </a:p>
          <a:p>
            <a:r>
              <a:t>Czas: 1:08–1:25</a:t>
            </a:r>
          </a:p>
          <a:p>
            <a:r>
              <a:t>Kryterium: Wykonalność, wykorzystanie technologii</a:t>
            </a:r>
          </a:p>
          <a:p/>
          <a:p>
            <a:r>
              <a:t>- To, co zrobiliśmy: landing page (605060.xyz), gra, mapa, oś czasu.</a:t>
            </a:r>
          </a:p>
          <a:p>
            <a:r>
              <a:t>- Pierwsza lekcja na platformie to Cisza nad Raszową. Zrzuty są z działającego prototypu.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Mówi: Jakub</a:t>
            </a:r>
          </a:p>
          <a:p>
            <a:r>
              <a:t>Czas: 1:25–1:35</a:t>
            </a:r>
          </a:p>
          <a:p>
            <a:r>
              <a:t>Kryterium: Wykonalność, wpływ</a:t>
            </a:r>
          </a:p>
          <a:p/>
          <a:p>
            <a:r>
              <a:t>- Nie tylko gra: scenariusz 45 min, test 30 pytań, ankieta, panel nauczyciela (Jakub przygotował materiały).</a:t>
            </a:r>
          </a:p>
          <a:p>
            <a:r>
              <a:t>- Zaznacz, że dane w panelu na slajdzie są przykładowe.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Mówi: Michał</a:t>
            </a:r>
          </a:p>
          <a:p>
            <a:r>
              <a:t>Czas: 1:35–1:58</a:t>
            </a:r>
          </a:p>
          <a:p>
            <a:r>
              <a:t>Kryterium: Prezentacja, zapamiętywalność</a:t>
            </a:r>
          </a:p>
          <a:p/>
          <a:p>
            <a:r>
              <a:t>- Przykładowa scena z gry: rozkaz marszałka Koniewa w bunkrze pod Gogolinem.</a:t>
            </a:r>
          </a:p>
          <a:p>
            <a:r>
              <a:t>- Pokaż trzy opcje odpowiedzi zwiadowcy (1, 2, 3) i reakcję gry na każdą z nich.</a:t>
            </a:r>
          </a:p>
          <a:p>
            <a:r>
              <a:t>- Puenta: uczeń staje przed realnym dylematem moralnym i od razu widzi konsekwencje swoich decyzji.</a:t>
            </a:r>
          </a:p>
          <a:p>
            <a:r>
              <a:t>- Maksymalnie 23 sekundy.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Mówi: Michał</a:t>
            </a:r>
          </a:p>
          <a:p>
            <a:r>
              <a:t>Czas: w ramach slajdu 8</a:t>
            </a:r>
          </a:p>
          <a:p>
            <a:r>
              <a:t>Kryterium: Prezentacja, zapamiętywalność (tylko w pliku PPTX)</a:t>
            </a:r>
          </a:p>
          <a:p/>
          <a:p>
            <a:r>
              <a:t>- Slajd z odpowiedziami gry: omów reakcję Koniewa na poszczególne decyzje zwiadowcy.</a:t>
            </a:r>
          </a:p>
          <a:p>
            <a:r>
              <a:t>- Puenta: każdy uczeń staje przed takim dylematem i od razu widzi konsekwencje.</a:t>
            </a:r>
          </a:p>
          <a:p>
            <a:r>
              <a:t>- Potem przejdź dalej do danych.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Mówi: Marek</a:t>
            </a:r>
          </a:p>
          <a:p>
            <a:r>
              <a:t>Czas: 1:58–2:25</a:t>
            </a:r>
          </a:p>
          <a:p>
            <a:r>
              <a:t>Kryterium: Wykonalność, wpływ społeczny</a:t>
            </a:r>
          </a:p>
          <a:p/>
          <a:p>
            <a:r>
              <a:t>- Metoda: ten sam test przed i po. N = 31. Powiedz uczciwie, że to pilotaż.</a:t>
            </a:r>
          </a:p>
          <a:p>
            <a:r>
              <a:t>- Wynik: 53,4% → 84,9%, czyli +31,5 punktu procentowego. Nauczyciele: 4,85/5.</a:t>
            </a:r>
          </a:p>
          <a:p>
            <a:r>
              <a:t>- Uczniowie stwierdzili, że korzystaliby z aplikacji. Przeczytaj jeden cytat.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Mówi: Jakub</a:t>
            </a:r>
          </a:p>
          <a:p>
            <a:r>
              <a:t>Czas: 2:25–2:42</a:t>
            </a:r>
          </a:p>
          <a:p>
            <a:r>
              <a:t>Kryterium: Wykorzystanie technologii / AI</a:t>
            </a:r>
          </a:p>
          <a:p/>
          <a:p>
            <a:r>
              <a:t>- Rozdziel: AI (Claude Code do kodu, Gemini do grafik) i nasza praca.</a:t>
            </a:r>
          </a:p>
          <a:p>
            <a:r>
              <a:t>- Stos: Next.js, React, TypeScript, Tailwind CSS. Aplikacja webowa działa w przeglądarce.</a:t>
            </a:r>
          </a:p>
          <a:p>
            <a:r>
              <a:t>- Treści historyczne pochodzą ze sprawdzonych źródeł, nie z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Mówi: Marcin</a:t>
            </a:r>
          </a:p>
          <a:p>
            <a:r>
              <a:t>Czas: 2:42–2:52</a:t>
            </a:r>
          </a:p>
          <a:p>
            <a:r>
              <a:t>Kryterium: Wykonalność, wpływ</a:t>
            </a:r>
          </a:p>
          <a:p/>
          <a:p>
            <a:r>
              <a:t>- Cztery filary dalszego rozwoju: współpraca ze szkołami, partnerstwo merytoryczne z Domem Współpracy Polsko-Niemieckiej,</a:t>
            </a:r>
          </a:p>
          <a:p>
            <a:r>
              <a:t>- partnerstwo technologiczne z Fundacją Generacja Innowacja oraz kolejne lekcje i wdrożenia.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Mówi: Marek, cały zespół</a:t>
            </a:r>
          </a:p>
          <a:p>
            <a:r>
              <a:t>Czas: 2:52–3:00</a:t>
            </a:r>
          </a:p>
          <a:p>
            <a:r>
              <a:t>Kryterium: Zakończenie, to zapamiętają</a:t>
            </a:r>
          </a:p>
          <a:p/>
          <a:p>
            <a:r>
              <a:t>- Wróć do hasła: „Lekcja historii nie musi być nudna. Ta zostaje w pamięci.”</a:t>
            </a:r>
          </a:p>
          <a:p>
            <a:r>
              <a:t>- Pokaż kod QR i adres 605060.xyz. Zaproś jury do pytań (5 minut).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ajd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ajd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ajd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ajd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ajd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ajd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ajd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ajd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ajd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ajd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ajd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ajd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ajd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